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CHARISMART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207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&amp; Surplus Food Redistribution Network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64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CSE-3208: System Analysis &amp; Design Lab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3C231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SUBMITTED 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04495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Mynoddin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Rangamati Science and Technology University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42316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3C231A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SUBMITTED BY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Null Pointer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338328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 Das — 2101011035 (Project Manager)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Akhaiye Marma — 2101011012 (System Analyst)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 Tripura — 2101011015 (UI/UX Designer)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 &amp; Akhaiye (Developer Lead)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Arif Naim — 2101011034 (QA / Tester)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Rangamati Science and Technology University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ChariSmart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&amp; Surplus Food Redistribution Network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7249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CSE-3208 · System Analysis &amp; Design Lab  —  Final Defense Presentation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3C231A"/>
          </a:solidFill>
          <a:ln/>
        </p:spPr>
      </p:sp>
      <p:sp>
        <p:nvSpPr>
          <p:cNvPr id="6" name="Shape 4"/>
          <p:cNvSpPr/>
          <p:nvPr/>
        </p:nvSpPr>
        <p:spPr>
          <a:xfrm>
            <a:off x="1682496" y="4434840"/>
            <a:ext cx="640080" cy="64008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8917" y="4601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2120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56235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/ Wedding Hall / Household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93008" y="416052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3C231A"/>
          </a:solidFill>
          <a:ln/>
        </p:spPr>
      </p:sp>
      <p:sp>
        <p:nvSpPr>
          <p:cNvPr id="11" name="Shape 8"/>
          <p:cNvSpPr/>
          <p:nvPr/>
        </p:nvSpPr>
        <p:spPr>
          <a:xfrm>
            <a:off x="4443984" y="4434840"/>
            <a:ext cx="640080" cy="64008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05" y="46012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52120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30168" y="56235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 Trust + Approval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416052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3C231A"/>
          </a:solidFill>
          <a:ln/>
        </p:spPr>
      </p:sp>
      <p:sp>
        <p:nvSpPr>
          <p:cNvPr id="16" name="Shape 12"/>
          <p:cNvSpPr/>
          <p:nvPr/>
        </p:nvSpPr>
        <p:spPr>
          <a:xfrm>
            <a:off x="7205472" y="4434840"/>
            <a:ext cx="640080" cy="64008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46012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52120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/ Orphanage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91656" y="56235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Need-based food request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15984" y="416052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3C231A"/>
          </a:solidFill>
          <a:ln/>
        </p:spPr>
      </p:sp>
      <p:sp>
        <p:nvSpPr>
          <p:cNvPr id="21" name="Shape 16"/>
          <p:cNvSpPr/>
          <p:nvPr/>
        </p:nvSpPr>
        <p:spPr>
          <a:xfrm>
            <a:off x="9966960" y="4434840"/>
            <a:ext cx="640080" cy="64008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381" y="46012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53144" y="52120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/ Rider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53144" y="562356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+ Delivery Tracking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donation process is fast to start but difficult to verify, match and track.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46504"/>
            <a:ext cx="502920" cy="50292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87726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32257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food wasted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724912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events, restaurants and households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9856" y="150876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1746504"/>
            <a:ext cx="502920" cy="50292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47" y="187726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232257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/ orphanages need timely meals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75888" y="2724912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beneficiaries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91072" y="150876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47104" y="1746504"/>
            <a:ext cx="502920" cy="50292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863" y="1877263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232257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calls cause delay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47104" y="2724912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claims, and poor accountability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62288" y="1508760"/>
            <a:ext cx="26700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18320" y="1746504"/>
            <a:ext cx="502920" cy="50292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079" y="1877263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0" y="232257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creates a verified workflow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418320" y="2724912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donation to delivery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329184" cy="329184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28" y="4246108"/>
            <a:ext cx="158008" cy="1580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depends on verification and expiry awareness.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251960" y="4160520"/>
            <a:ext cx="329184" cy="329184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7548" y="4246108"/>
            <a:ext cx="158008" cy="1580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09160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window and volunteer assignment reduce delivery uncertainty.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7955280" y="4160520"/>
            <a:ext cx="329184" cy="329184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868" y="4246108"/>
            <a:ext cx="158008" cy="1580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412480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record improves fairness, traceability and defense clarity.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more than a food donation website: it models a complete redistribution network.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11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1109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6517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58" y="2727838"/>
            <a:ext cx="140452" cy="140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7860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NGO/orphanage, volunteer and admin roles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3474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58" y="3550798"/>
            <a:ext cx="140452" cy="140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4015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donation with quantity, pickup window and expiry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68680" y="42976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58" y="4373758"/>
            <a:ext cx="140452" cy="140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22452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approval, matching, volunteer assignment and delivery tracking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68680" y="5120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" y="5196718"/>
            <a:ext cx="140452" cy="1404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504748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artifacts: SRS, DFD, UML, ERD, testing and final report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BF1EE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01168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86600" y="191109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4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NOW</a:t>
            </a:r>
            <a:endParaRPr lang="en-US" sz="1900" dirty="0"/>
          </a:p>
        </p:txBody>
      </p:sp>
      <p:sp>
        <p:nvSpPr>
          <p:cNvPr id="24" name="Shape 16"/>
          <p:cNvSpPr/>
          <p:nvPr/>
        </p:nvSpPr>
        <p:spPr>
          <a:xfrm>
            <a:off x="6492240" y="26517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318" y="2727838"/>
            <a:ext cx="140452" cy="14045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49440" y="257860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route optimization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492240" y="3474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8318" y="3550798"/>
            <a:ext cx="140452" cy="14045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49440" y="34015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 financial donation module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6492240" y="42976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8318" y="4373758"/>
            <a:ext cx="140452" cy="14045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49440" y="422452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government food certification API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6492240" y="5120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8318" y="5196718"/>
            <a:ext cx="140452" cy="14045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49440" y="504748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mobile application</a:t>
            </a:r>
            <a:endParaRPr lang="en-US" sz="1250" dirty="0"/>
          </a:p>
        </p:txBody>
      </p:sp>
      <p:sp>
        <p:nvSpPr>
          <p:cNvPr id="36" name="Text 24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Actors &amp; Main Workflows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actor has a clearly separated responsibility in the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783080"/>
            <a:ext cx="566928" cy="566928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601" y="19304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surplus food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9856" y="155448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783080"/>
            <a:ext cx="566928" cy="566928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817" y="19304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4688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57016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meals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91072" y="155448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42632" y="1783080"/>
            <a:ext cx="566928" cy="566928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033" y="19304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4688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8232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and matches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62288" y="155448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13848" y="1783080"/>
            <a:ext cx="566928" cy="566928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1249" y="19304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24688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99448" y="281635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food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Workflow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37947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1F5D4C"/>
          </a:solidFill>
          <a:ln/>
        </p:spPr>
      </p:sp>
      <p:sp>
        <p:nvSpPr>
          <p:cNvPr id="27" name="Text 21"/>
          <p:cNvSpPr/>
          <p:nvPr/>
        </p:nvSpPr>
        <p:spPr>
          <a:xfrm>
            <a:off x="74980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49808" y="4526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verify accounts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227832" y="41788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</a:rPr>
              <a:t>›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3419856" y="37947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621024" y="3995928"/>
            <a:ext cx="457200" cy="457200"/>
          </a:xfrm>
          <a:prstGeom prst="ellipse">
            <a:avLst/>
          </a:prstGeom>
          <a:solidFill>
            <a:srgbClr val="1F5D4C"/>
          </a:solidFill>
          <a:ln/>
        </p:spPr>
      </p:sp>
      <p:sp>
        <p:nvSpPr>
          <p:cNvPr id="32" name="Text 26"/>
          <p:cNvSpPr/>
          <p:nvPr/>
        </p:nvSpPr>
        <p:spPr>
          <a:xfrm>
            <a:off x="3621024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3621024" y="4526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food and requests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099048" y="41788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</a:rPr>
              <a:t>›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6291072" y="37947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492240" y="3995928"/>
            <a:ext cx="457200" cy="457200"/>
          </a:xfrm>
          <a:prstGeom prst="ellipse">
            <a:avLst/>
          </a:prstGeom>
          <a:solidFill>
            <a:srgbClr val="1F5D4C"/>
          </a:solidFill>
          <a:ln/>
        </p:spPr>
      </p:sp>
      <p:sp>
        <p:nvSpPr>
          <p:cNvPr id="37" name="Text 31"/>
          <p:cNvSpPr/>
          <p:nvPr/>
        </p:nvSpPr>
        <p:spPr>
          <a:xfrm>
            <a:off x="64922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6492240" y="4526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by score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970264" y="41788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</a:rPr>
              <a:t>›</a:t>
            </a:r>
            <a:endParaRPr lang="en-US" sz="2200" dirty="0"/>
          </a:p>
        </p:txBody>
      </p:sp>
      <p:sp>
        <p:nvSpPr>
          <p:cNvPr id="40" name="Shape 34"/>
          <p:cNvSpPr/>
          <p:nvPr/>
        </p:nvSpPr>
        <p:spPr>
          <a:xfrm>
            <a:off x="9162288" y="379476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9363456" y="3995928"/>
            <a:ext cx="457200" cy="457200"/>
          </a:xfrm>
          <a:prstGeom prst="ellipse">
            <a:avLst/>
          </a:prstGeom>
          <a:solidFill>
            <a:srgbClr val="1F5D4C"/>
          </a:solidFill>
          <a:ln/>
        </p:spPr>
      </p:sp>
      <p:sp>
        <p:nvSpPr>
          <p:cNvPr id="42" name="Text 36"/>
          <p:cNvSpPr/>
          <p:nvPr/>
        </p:nvSpPr>
        <p:spPr>
          <a:xfrm>
            <a:off x="936345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9363456" y="45262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pickup, deliver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Modeling: DFD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connects field actors, admin decisions, system stores and notifications.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6309360" cy="4432209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4D9D2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work/ChariSmart_notifications/docs/diagram_images/level1_d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41578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50697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DFD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03720" y="1737360"/>
            <a:ext cx="473933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86600" y="1938528"/>
            <a:ext cx="530352" cy="530352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492" y="2076420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18120" y="1828800"/>
            <a:ext cx="36420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management stores surplus food data.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903720" y="2834640"/>
            <a:ext cx="473933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086600" y="3035808"/>
            <a:ext cx="530352" cy="530352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492" y="3173700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18120" y="2926080"/>
            <a:ext cx="36420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management stores NGO/orphanage needs.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03720" y="3931920"/>
            <a:ext cx="473933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86600" y="4133088"/>
            <a:ext cx="530352" cy="530352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492" y="4270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18120" y="4023360"/>
            <a:ext cx="36420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approval prevent unsafe or fake workflows.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903720" y="5029200"/>
            <a:ext cx="473933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086600" y="5230368"/>
            <a:ext cx="530352" cy="530352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492" y="5368260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18120" y="5120640"/>
            <a:ext cx="36420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connects donations and requests before delivery tracking.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Design: ERD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FoodMatch is the bridge between donation, recipient request and volunteer delivery.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61008" y="1417320"/>
            <a:ext cx="8869680" cy="4378805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4D9D2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work/ChariSmart_notifications/docs/diagram_images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168" y="1554480"/>
            <a:ext cx="8595360" cy="41044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914997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6079589"/>
            <a:ext cx="384048" cy="384048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84" y="6179441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6024725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13232" y="6481925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donor, recipient, volunteer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19856" y="5914997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84448" y="6079589"/>
            <a:ext cx="384048" cy="384048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300" y="6179441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59936" y="6024725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584448" y="6481925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quantity, pickup window, expiry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91072" y="5914997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55664" y="6079589"/>
            <a:ext cx="384048" cy="384048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516" y="6179441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31152" y="6024725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FOOD_REQUEST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455664" y="6481925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group, quantity, needed-before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9162288" y="5914997"/>
            <a:ext cx="26700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26880" y="6079589"/>
            <a:ext cx="384048" cy="384048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732" y="6179441"/>
            <a:ext cx="184343" cy="184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802368" y="6024725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FOOD_MATCH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326880" y="6481925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score, volunteer, delivery status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source code now supports the required ChariSmart workflow.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97380"/>
            <a:ext cx="457200" cy="45720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0162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728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 dashboards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98448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donor, NGO/orphanage, volunteer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897380"/>
            <a:ext cx="457200" cy="45720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0162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7282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trust model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47488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verify, block/unblock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16352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113532"/>
            <a:ext cx="457200" cy="45720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23240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2944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intake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98448" y="3273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type, meals, pickup window, expiry validation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297680" y="2816352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62272" y="3113532"/>
            <a:ext cx="457200" cy="45720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323240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47488" y="2944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approval &amp; matching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047488" y="3273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score computed on approval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32504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4329684"/>
            <a:ext cx="457200" cy="45720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44855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assignment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298448" y="44897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update and delivery confirmation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297680" y="4032504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62272" y="4329684"/>
            <a:ext cx="457200" cy="45720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444855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047488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047488" y="44897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confirms delivery and rating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8229600" y="1600200"/>
            <a:ext cx="3413455" cy="1417320"/>
          </a:xfrm>
          <a:prstGeom prst="roundRect">
            <a:avLst>
              <a:gd name="adj" fmla="val 5161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1248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352" y="190195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412480" y="2350008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score uses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412480" y="2606040"/>
            <a:ext cx="3047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+ quantity + expiry + urgency + verification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229600" y="3200400"/>
            <a:ext cx="3413455" cy="1600200"/>
          </a:xfrm>
          <a:prstGeom prst="roundRect">
            <a:avLst>
              <a:gd name="adj" fmla="val 4571"/>
            </a:avLst>
          </a:prstGeom>
          <a:solidFill>
            <a:srgbClr val="FBF1EE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412480" y="3383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1352" y="350215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412480" y="3950208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8412480" y="4206240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› approved › matched › assigned › picked_up › delivered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229600" y="4983480"/>
            <a:ext cx="3413455" cy="1005840"/>
          </a:xfrm>
          <a:prstGeom prst="roundRect">
            <a:avLst>
              <a:gd name="adj" fmla="val 7273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412480" y="5166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352" y="5285232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412480" y="5733288"/>
            <a:ext cx="3047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Auto-expiry protects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includes a manual test checklist aligned with the prototype workflow.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9596" y="1947672"/>
            <a:ext cx="502920" cy="50292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355" y="207843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6656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recipient / volunteer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9776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0732" y="1947672"/>
            <a:ext cx="502920" cy="50292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91" y="207843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07792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verify, block, unblock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10912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01868" y="1947672"/>
            <a:ext cx="502920" cy="50292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27" y="207843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38928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138928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and invalid pickup window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42048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3004" y="1947672"/>
            <a:ext cx="502920" cy="50292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763" y="207843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70064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match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73184" y="1691640"/>
            <a:ext cx="2084832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64140" y="1947672"/>
            <a:ext cx="502920" cy="502920"/>
          </a:xfrm>
          <a:prstGeom prst="ellipse">
            <a:avLst/>
          </a:prstGeom>
          <a:solidFill>
            <a:srgbClr val="FBF1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4899" y="207843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601200" y="3063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pickup, deliver, rate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160520" y="4663440"/>
            <a:ext cx="548640" cy="548640"/>
          </a:xfrm>
          <a:prstGeom prst="ellipse">
            <a:avLst/>
          </a:prstGeom>
          <a:solidFill>
            <a:srgbClr val="F2F8F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166" y="4806086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846320" y="45262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600" dirty="0"/>
          </a:p>
        </p:txBody>
      </p:sp>
      <p:sp>
        <p:nvSpPr>
          <p:cNvPr id="32" name="Text 24"/>
          <p:cNvSpPr/>
          <p:nvPr/>
        </p:nvSpPr>
        <p:spPr>
          <a:xfrm>
            <a:off x="603504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included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suitable for SAD Lab defense and can be extended for production.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BF1EE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116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1109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4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6517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58" y="2727838"/>
            <a:ext cx="140452" cy="140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7860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Area-based matching, not live GPS routing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68680" y="3474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58" y="3550798"/>
            <a:ext cx="140452" cy="140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4015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Admin-controlled safety verification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68680" y="42976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58" y="4373758"/>
            <a:ext cx="140452" cy="140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22452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for lab-scale demo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68680" y="5120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" y="5196718"/>
            <a:ext cx="140452" cy="1404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504748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needs configuration for real email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2F8F6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01168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86600" y="191109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24" name="Shape 16"/>
          <p:cNvSpPr/>
          <p:nvPr/>
        </p:nvSpPr>
        <p:spPr>
          <a:xfrm>
            <a:off x="6492240" y="265176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318" y="2727838"/>
            <a:ext cx="140452" cy="14045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49440" y="257860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and live rider tracking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492240" y="3474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8318" y="3550798"/>
            <a:ext cx="140452" cy="14045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49440" y="34015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proof for food and delivery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6492240" y="42976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8318" y="4373758"/>
            <a:ext cx="140452" cy="14045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49440" y="422452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push notifications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6492240" y="51206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8318" y="5196718"/>
            <a:ext cx="140452" cy="14045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49440" y="504748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 and audit logs</a:t>
            </a:r>
            <a:endParaRPr lang="en-US" sz="1250" dirty="0"/>
          </a:p>
        </p:txBody>
      </p:sp>
      <p:sp>
        <p:nvSpPr>
          <p:cNvPr id="36" name="Text 24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demonstrates a complete analysis-to-prototype SAD workflow.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3C231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43100"/>
            <a:ext cx="548640" cy="54864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0857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16642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feasibility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19856" y="150876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3C231A"/>
          </a:solidFill>
          <a:ln/>
        </p:spPr>
      </p:sp>
      <p:sp>
        <p:nvSpPr>
          <p:cNvPr id="9" name="Shape 6"/>
          <p:cNvSpPr/>
          <p:nvPr/>
        </p:nvSpPr>
        <p:spPr>
          <a:xfrm>
            <a:off x="3602736" y="1943100"/>
            <a:ext cx="548640" cy="54864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82" y="20857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88536" y="1673352"/>
            <a:ext cx="16642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+ requirements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91072" y="150876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3C231A"/>
          </a:solidFill>
          <a:ln/>
        </p:spPr>
      </p:sp>
      <p:sp>
        <p:nvSpPr>
          <p:cNvPr id="13" name="Shape 9"/>
          <p:cNvSpPr/>
          <p:nvPr/>
        </p:nvSpPr>
        <p:spPr>
          <a:xfrm>
            <a:off x="6473952" y="1943100"/>
            <a:ext cx="548640" cy="54864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208574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59752" y="1673352"/>
            <a:ext cx="16642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+ UML + ERD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162288" y="150876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3C231A"/>
          </a:solidFill>
          <a:ln/>
        </p:spPr>
      </p:sp>
      <p:sp>
        <p:nvSpPr>
          <p:cNvPr id="17" name="Shape 12"/>
          <p:cNvSpPr/>
          <p:nvPr/>
        </p:nvSpPr>
        <p:spPr>
          <a:xfrm>
            <a:off x="9345168" y="1943100"/>
            <a:ext cx="548640" cy="548640"/>
          </a:xfrm>
          <a:prstGeom prst="ellipse">
            <a:avLst/>
          </a:prstGeom>
          <a:solidFill>
            <a:srgbClr val="4E2E2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814" y="20857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30968" y="1673352"/>
            <a:ext cx="166420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Flask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Deliverables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1400221" y="3657600"/>
            <a:ext cx="384048" cy="384048"/>
          </a:xfrm>
          <a:prstGeom prst="ellipse">
            <a:avLst/>
          </a:prstGeom>
          <a:solidFill>
            <a:srgbClr val="3C231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073" y="3757452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114800"/>
            <a:ext cx="22700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source code ZIP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652022" y="3657600"/>
            <a:ext cx="384048" cy="384048"/>
          </a:xfrm>
          <a:prstGeom prst="ellipse">
            <a:avLst/>
          </a:prstGeom>
          <a:solidFill>
            <a:srgbClr val="3C231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1875" y="3757452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09001" y="4114800"/>
            <a:ext cx="22700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5903824" y="3657600"/>
            <a:ext cx="384048" cy="384048"/>
          </a:xfrm>
          <a:prstGeom prst="ellipse">
            <a:avLst/>
          </a:prstGeom>
          <a:solidFill>
            <a:srgbClr val="3C231A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676" y="3757452"/>
            <a:ext cx="184343" cy="184343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960803" y="4114800"/>
            <a:ext cx="22700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8155625" y="3657600"/>
            <a:ext cx="384048" cy="384048"/>
          </a:xfrm>
          <a:prstGeom prst="ellipse">
            <a:avLst/>
          </a:prstGeom>
          <a:solidFill>
            <a:srgbClr val="3C231A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478" y="3757452"/>
            <a:ext cx="184343" cy="18434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12604" y="4114800"/>
            <a:ext cx="22700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sources &amp; images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10407426" y="3657600"/>
            <a:ext cx="384048" cy="384048"/>
          </a:xfrm>
          <a:prstGeom prst="ellipse">
            <a:avLst/>
          </a:prstGeom>
          <a:solidFill>
            <a:srgbClr val="3C231A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7279" y="3757452"/>
            <a:ext cx="184343" cy="18434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464406" y="4114800"/>
            <a:ext cx="22700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8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slide deck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548640" y="48006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3C231A"/>
          </a:solidFill>
          <a:ln/>
        </p:spPr>
      </p:sp>
      <p:sp>
        <p:nvSpPr>
          <p:cNvPr id="37" name="Text 26"/>
          <p:cNvSpPr/>
          <p:nvPr/>
        </p:nvSpPr>
        <p:spPr>
          <a:xfrm>
            <a:off x="914400" y="48006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“ChariSmart reduces food waste through verified, need-based, expiry-aware redistribution from donor to beneficiary.”</a:t>
            </a:r>
            <a:endParaRPr lang="en-US" sz="1550" dirty="0"/>
          </a:p>
        </p:txBody>
      </p:sp>
      <p:sp>
        <p:nvSpPr>
          <p:cNvPr id="38" name="Text 27"/>
          <p:cNvSpPr/>
          <p:nvPr/>
        </p:nvSpPr>
        <p:spPr>
          <a:xfrm>
            <a:off x="8899855" y="6400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ChariSmart  |  SAD Lab Defense  | 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ChariSmart Defense Presentation</dc:title>
  <dc:subject>PptxGenJS Presentation</dc:subject>
  <dc:creator>ChariSmart Team</dc:creator>
  <cp:lastModifiedBy>ChariSmart Team</cp:lastModifiedBy>
  <cp:revision>1</cp:revision>
  <dcterms:created xsi:type="dcterms:W3CDTF">2026-07-07T01:52:47Z</dcterms:created>
  <dcterms:modified xsi:type="dcterms:W3CDTF">2026-07-07T01:52:47Z</dcterms:modified>
</cp:coreProperties>
</file>